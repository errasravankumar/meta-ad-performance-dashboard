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digital advertising requires measurable KPIs and centralized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Meta Ad Performance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Evaluation Presentation</a:t>
            </a:r>
          </a:p>
          <a:p>
            <a:r>
              <a:t>Digital Marketing Analytics |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 Ad Performance Dashboard built using Power BI</a:t>
            </a:r>
          </a:p>
          <a:p>
            <a:pPr lvl="1"/>
            <a:r>
              <a:t>Analyzes Facebook &amp; Instagram campaigns</a:t>
            </a:r>
          </a:p>
          <a:p>
            <a:pPr lvl="1"/>
            <a:r>
              <a:t>Tracks marketing funnel metrics (Reach → Click → Purchase)</a:t>
            </a:r>
          </a:p>
          <a:p>
            <a:pPr lvl="1"/>
            <a:r>
              <a:t>Supports ROI-driven marketing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campaigns generate large, complex datasets</a:t>
            </a:r>
          </a:p>
          <a:p>
            <a:pPr lvl="1"/>
            <a:r>
              <a:t>Manual analysis is inefficient and time-consuming</a:t>
            </a:r>
          </a:p>
          <a:p>
            <a:pPr lvl="1"/>
            <a:r>
              <a:t>Difficult to compare platforms and campaign effectiveness</a:t>
            </a:r>
          </a:p>
          <a:p>
            <a:pPr lvl="1"/>
            <a:r>
              <a:t>Need interactive dashboard for real-time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impressions, clicks, engagements, purchases</a:t>
            </a:r>
          </a:p>
          <a:p>
            <a:pPr lvl="1"/>
            <a:r>
              <a:t>Evaluate CTR, Engagement Rate, Conversion Rate</a:t>
            </a:r>
          </a:p>
          <a:p>
            <a:pPr lvl="1"/>
            <a:r>
              <a:t>Analyze demographic and geographic patterns</a:t>
            </a:r>
          </a:p>
          <a:p>
            <a:pPr lvl="1"/>
            <a:r>
              <a:t>Optimize budget allocation for better ROI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Impressions – Total ad reach</a:t>
            </a:r>
          </a:p>
          <a:p>
            <a:pPr lvl="1"/>
            <a:r>
              <a:t>Clicks – User interest</a:t>
            </a:r>
          </a:p>
          <a:p>
            <a:pPr lvl="1"/>
            <a:r>
              <a:t>CTR = Clicks / Impressions × 100</a:t>
            </a:r>
          </a:p>
          <a:p>
            <a:pPr lvl="1"/>
            <a:r>
              <a:t>Engagement Rate = Engagements / Impressions × 100</a:t>
            </a:r>
          </a:p>
          <a:p>
            <a:pPr lvl="1"/>
            <a:r>
              <a:t>Conversion Rate = Purchases / Clicks × 100</a:t>
            </a:r>
          </a:p>
          <a:p>
            <a:pPr lvl="1"/>
            <a:r>
              <a:t>Purchase Rate = Purchases / Impressions ×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Section (Top Summary Metrics)</a:t>
            </a:r>
          </a:p>
          <a:p>
            <a:pPr lvl="1"/>
            <a:r>
              <a:t>Demographic Analysis (Gender &amp; Age)</a:t>
            </a:r>
          </a:p>
          <a:p>
            <a:pPr lvl="1"/>
            <a:r>
              <a:t>Geographic Analysis (Country Map)</a:t>
            </a:r>
          </a:p>
          <a:p>
            <a:pPr lvl="1"/>
            <a:r>
              <a:t>Time Trends (Monthly, Weekly, Hourly)</a:t>
            </a:r>
          </a:p>
          <a:p>
            <a:pPr lvl="1"/>
            <a:r>
              <a:t>Ad Type Performance Matrix</a:t>
            </a:r>
          </a:p>
          <a:p>
            <a:pPr lvl="1"/>
            <a:r>
              <a:t>Interactive Filters &amp; Dynamic Measures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Facebook Campaign Performance View</a:t>
            </a:r>
          </a:p>
        </p:txBody>
      </p:sp>
      <p:pic>
        <p:nvPicPr>
          <p:cNvPr id="3" name="Picture 2" descr="be9e104f-55dc-4fdc-afba-e7ea3fbdc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46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Instagram Campaign Performance View</a:t>
            </a:r>
          </a:p>
        </p:txBody>
      </p:sp>
      <p:pic>
        <p:nvPicPr>
          <p:cNvPr id="3" name="Picture 2" descr="b181b463-f5a5-48db-8749-b287a65851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7432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Comparison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Facebook shows higher overall reach and conversions</a:t>
            </a:r>
          </a:p>
          <a:p>
            <a:pPr lvl="1"/>
            <a:r>
              <a:t>Instagram demonstrates stronger engagement rates</a:t>
            </a:r>
          </a:p>
          <a:p>
            <a:pPr lvl="1"/>
            <a:r>
              <a:t>CTR remains competitive across both platforms</a:t>
            </a:r>
          </a:p>
          <a:p>
            <a:pPr lvl="1"/>
            <a:r>
              <a:t>Platform selection depends on campaign objective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from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&amp; Story ads outperform static formats</a:t>
            </a:r>
          </a:p>
          <a:p>
            <a:pPr lvl="1"/>
            <a:r>
              <a:t>Young audience (18–30) drives higher engagement</a:t>
            </a:r>
          </a:p>
          <a:p>
            <a:pPr lvl="1"/>
            <a:r>
              <a:t>Funnel drop-offs observed between clicks &amp; purchases</a:t>
            </a:r>
          </a:p>
          <a:p>
            <a:pPr lvl="1"/>
            <a:r>
              <a:t>Evening hours show peak engagement activity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investment in high-performing ad formats</a:t>
            </a:r>
          </a:p>
          <a:p>
            <a:pPr lvl="1"/>
            <a:r>
              <a:t>Optimize landing pages to reduce funnel leakage</a:t>
            </a:r>
          </a:p>
          <a:p>
            <a:pPr lvl="1"/>
            <a:r>
              <a:t>Retarget engaged users for better conversions</a:t>
            </a:r>
          </a:p>
          <a:p>
            <a:pPr lvl="1"/>
            <a:r>
              <a:t>Schedule ads during peak engagement hours</a:t>
            </a:r>
          </a:p>
          <a:p>
            <a:pPr lvl="1"/>
            <a:r>
              <a:t>Allocate budget based on ROI-driven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and transformation using Power Query</a:t>
            </a:r>
          </a:p>
          <a:p>
            <a:pPr lvl="1"/>
            <a:r>
              <a:t>KPI creation using DAX formulas</a:t>
            </a:r>
          </a:p>
          <a:p>
            <a:pPr lvl="1"/>
            <a:r>
              <a:t>Designing user-friendly dashboard layout</a:t>
            </a:r>
          </a:p>
          <a:p>
            <a:pPr lvl="1"/>
            <a:r>
              <a:t>Understanding real-world marketing funnel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fully interactive Meta Ad Performance Dashboard</a:t>
            </a:r>
          </a:p>
          <a:p>
            <a:pPr lvl="1"/>
            <a:r>
              <a:t>Enabled campaign monitoring and performance comparison</a:t>
            </a:r>
          </a:p>
          <a:p>
            <a:pPr lvl="1"/>
            <a:r>
              <a:t>Supported data-driven marketing decisions</a:t>
            </a:r>
          </a:p>
          <a:p>
            <a:pPr lvl="1"/>
            <a:r>
              <a:t>Demonstrated practical Power BI &amp; analytics expertise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